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620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29000"/>
            <a:ext cx="22860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Flyboard Agent API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</a:rPr>
              <a:t>Tool-Using AI Agent Router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7D4"/>
                </a:solidFill>
              </a:rPr>
              <a:t>OpenAI Responses API  ·  FastAPI  ·  Python 3.13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 days</a:t>
            </a:r>
            <a:pPr indent="0" marL="0">
              <a:buNone/>
            </a:pPr>
            <a:r>
              <a:rPr lang="en-US" sz="1300" dirty="0">
                <a:solidFill>
                  <a:srgbClr val="8BA7D4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13/13 tests passed</a:t>
            </a:r>
            <a:pPr indent="0" marL="0">
              <a:buNone/>
            </a:pPr>
            <a:r>
              <a:rPr lang="en-US" sz="1300" dirty="0">
                <a:solidFill>
                  <a:srgbClr val="8BA7D4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5/5 scenarios</a:t>
            </a:r>
            <a:pPr indent="0" marL="0">
              <a:buNone/>
            </a:pPr>
            <a:r>
              <a:rPr lang="en-US" sz="1300" dirty="0">
                <a:solidFill>
                  <a:srgbClr val="8BA7D4"/>
                </a:solidFill>
              </a:rPr>
              <a:t>  |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github.com/samliozge/flyboard-agent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7D4"/>
                </a:solidFill>
              </a:rPr>
              <a:t>Built with Claude (Anthropic) as coding assistant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It Does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One 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Receives an ambiguous user request, routes it to the correct operational outcome using OpenAI tool calling, and returns a clean final answer with a full trace.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Endpoints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3566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POST /v1/agent/run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Main agent endpoint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 /health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Liveness check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703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Input / Output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3977640"/>
            <a:ext cx="37947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02336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"task": "string",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"customer_id"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opt,</a:t>
            </a:r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"language"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opt }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480560" y="914400"/>
            <a:ext cx="4389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3 Layers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1508760"/>
            <a:ext cx="73152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1527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Outer — main.py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0" y="18105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HTTP requests, FastAPI routing, error handling (502)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2514600"/>
            <a:ext cx="73152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2532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Control — schemas.py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6320" y="2816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Pydantic BaseModel, auto-validation, 422 on bad input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3520440"/>
            <a:ext cx="73152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0" y="3538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Business — runner + tools + store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46320" y="3822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Agentic loop, 3 tools, in-memory storage, metrics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16002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005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" y="13258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POST /v1/agent/run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{task: '...'}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783080" y="14630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1965960" y="960120"/>
            <a:ext cx="1600200" cy="1005840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005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13258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main.py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Pydantic Validate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66160" y="14630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ysDash"/>
          </a:ln>
        </p:spPr>
      </p:sp>
      <p:sp>
        <p:nvSpPr>
          <p:cNvPr id="12" name="Shape 10"/>
          <p:cNvSpPr/>
          <p:nvPr/>
        </p:nvSpPr>
        <p:spPr>
          <a:xfrm>
            <a:off x="3749040" y="960120"/>
            <a:ext cx="160020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005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Runner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13258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runner.py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Agentic Loop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49240" y="14630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5532120" y="960120"/>
            <a:ext cx="16002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1005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32120" y="13258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GPT-4o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Tool Decision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132320" y="14630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7315200" y="960120"/>
            <a:ext cx="160020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0" y="1005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Tools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13258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search_kb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create_ticket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schedule_followup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82880" y="2194560"/>
            <a:ext cx="8778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Agentic Loop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274320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2461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Send task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to OpenAI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325880" y="2953512"/>
            <a:ext cx="7589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29" name="Shape 27"/>
          <p:cNvSpPr/>
          <p:nvPr/>
        </p:nvSpPr>
        <p:spPr>
          <a:xfrm>
            <a:off x="2633472" y="2743200"/>
            <a:ext cx="411480" cy="4114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76272" y="32461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OpenAI decides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which tool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44952" y="2953512"/>
            <a:ext cx="7589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33" name="Shape 31"/>
          <p:cNvSpPr/>
          <p:nvPr/>
        </p:nvSpPr>
        <p:spPr>
          <a:xfrm>
            <a:off x="4352544" y="27432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2544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95344" y="32461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function_call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or message?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64024" y="2953512"/>
            <a:ext cx="7589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37" name="Shape 35"/>
          <p:cNvSpPr/>
          <p:nvPr/>
        </p:nvSpPr>
        <p:spPr>
          <a:xfrm>
            <a:off x="6071616" y="274320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71616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14416" y="32461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Execute tool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add to context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83096" y="2953512"/>
            <a:ext cx="7589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41" name="Shape 39"/>
          <p:cNvSpPr/>
          <p:nvPr/>
        </p:nvSpPr>
        <p:spPr>
          <a:xfrm>
            <a:off x="7790688" y="27432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90688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33488" y="32461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Return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final answer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2880" y="461772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Hard cap: MAX 6 iterations — graceful error if exceeded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Structures — Why Dict, Why List?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DICT — Key-Value, O(1) Lookup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Hash table → direct memory address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Used for: </a:t>
            </a:r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TOOL_ROUTER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(string → func)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Used for: </a:t>
            </a:r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tickets, followups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(ID → data)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14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LIST — Ordered, Append, Sort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389888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Order matters → system first, user next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Used for: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messages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(context window)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Used for: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scored, TOOL_DEFINITIONS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15468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TOOL_ROUTER — O(1) Bridge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38404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118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TOOL_ROUTER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"search_kb"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search_kb,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"create_ticket"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create_ticket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TOOL_ROUTER[</a:t>
            </a:r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tool_name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# O(1)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315468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3246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messages — Growing Context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566160"/>
            <a:ext cx="38404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6118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{role:"system"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,...},  # once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{role:"user"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,...},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{role:"assistant"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,...},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{role:"tool"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,...}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 Server-Side Tools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83464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14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search_kb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298448"/>
            <a:ext cx="2834640" cy="352044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Search 18-entry knowledge base using keyword scoring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9019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D9"/>
                </a:solidFill>
              </a:rPr>
              <a:t>Args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1305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· query (str, required)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· top_k (int, default 5, max 10)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27157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· filters (audience: customer|internal)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30632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D9"/>
                </a:solidFill>
              </a:rPr>
              <a:t>Returns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291840"/>
            <a:ext cx="26517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310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{"results": [{id, title, score, snippet, tags}]}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4320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D9"/>
                </a:solidFill>
              </a:rPr>
              <a:t>Logic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3977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query.lower().split() → count per entry → sort by 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72968" y="914400"/>
            <a:ext cx="28346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914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create_ticket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72968" y="1298448"/>
            <a:ext cx="2834640" cy="352044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64408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Create a support ticket (in-memory storage)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19019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Args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64408" y="21305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· title (str, required)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64408" y="24231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· body (str, required)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64408" y="27157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· priority (low|medium|high)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64408" y="30632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Returns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64408" y="3291840"/>
            <a:ext cx="26517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310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{"ticket_id": "TICK-000001", "status": "created"}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264408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Logic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64408" y="3977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priority valid → save_ticket() → TICK-{counter:06d}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63056" y="914400"/>
            <a:ext cx="28346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914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schedule_followup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63056" y="1298448"/>
            <a:ext cx="2834640" cy="352044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54496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Schedule a follow-up (in-memory storage)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54496" y="19019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Args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54496" y="21305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· datetime_iso (ISO 8601)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54496" y="24231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· contact (str)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54496" y="27157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· channel (email|phone|whatsapp)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54496" y="30632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Returns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54496" y="3291840"/>
            <a:ext cx="26517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0216" y="3310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{"scheduled": true, "followup_id": "FUP-000001"}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54496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Logic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54496" y="3977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channel valid → save_followup() → FUP-{counter:06d}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JSON Schema &amp; Tool Calling — How OpenAI Decides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JSON Schema — Tool Definition Card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84048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"function",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"search_kb",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"Search KB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user asks about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features, pricing...",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"parameters"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"query"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{"type":"string"},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"required"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["query"]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40480"/>
          <a:ext cx="3749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 decide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Standard (fixed)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name, 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"function", "object"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Which parameters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"properties" keyword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required list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string, integer, boolean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0" y="91440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0916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How Tool Calling Works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417320"/>
            <a:ext cx="292608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74920" y="14447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We send input_messages + TOOL_DEFINITIONS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09160" y="2075688"/>
            <a:ext cx="2926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7492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OpenAI reads descriptions → decides tool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09160" y="2734056"/>
            <a:ext cx="29260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74920" y="27614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Returns type="function_call" + arguments (JSON string)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09160" y="3392424"/>
            <a:ext cx="292608" cy="292608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0916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74920" y="34198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json.loads(arguments) → dict → TOOL_ROUTER[name]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09160" y="4050792"/>
            <a:ext cx="2926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9160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74920" y="40782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func(**arguments) → result → json.dumps → back to OpenAI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709160" y="468172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OpenAI is autonomous — it decides which tool AND what arguments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Agentic Loop — "HubSpot writeback failing, open a high priority ticket"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3 Iterations, 2 Tools, 2 OpenAI Calls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788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430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Iteration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490472"/>
            <a:ext cx="2788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81912"/>
            <a:ext cx="65836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8191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INPUT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033272" y="15727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[system, user]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359152"/>
            <a:ext cx="65836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591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OPENAI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33272" y="23500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"search_kb" → query: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"HubSpot writeback error"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136392"/>
            <a:ext cx="65836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1363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TOOL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33272" y="31272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search_kb() → KB-015, KB-016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(troubleshooting + escalation)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913632"/>
            <a:ext cx="65836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9136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33272" y="39044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+= [assistant, tool_result]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1143000"/>
            <a:ext cx="278892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1430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Iteration 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1490472"/>
            <a:ext cx="2788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1581912"/>
            <a:ext cx="65836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158191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INPUT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005072" y="15727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[system, user, assistant, tool]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0" y="2359152"/>
            <a:ext cx="65836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3591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OPENAI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005072" y="23500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"create_ticket"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priority: "high"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91840" y="3136392"/>
            <a:ext cx="658368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1363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TOOL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005072" y="31272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create_ticket() → TICK-000002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store.py saves to dict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91840" y="3913632"/>
            <a:ext cx="65836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9136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005072" y="39044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+= [assistant, tool_result]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72200" y="1143000"/>
            <a:ext cx="27889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1430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Iteration 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1490472"/>
            <a:ext cx="2788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63640" y="1581912"/>
            <a:ext cx="65836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158191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INPUT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976872" y="15727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[system, user, ast, tool, ast, tool]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63640" y="2359152"/>
            <a:ext cx="65836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23591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OPENAI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976872" y="23500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"message"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Final answer!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63640" y="3136392"/>
            <a:ext cx="65836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31363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TOOL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976872" y="31272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tool_calls_in_response = []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[] → True → loop ends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63640" y="3913632"/>
            <a:ext cx="65836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39136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976872" y="39044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AgentResponse returned ✓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28600" y="486460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OpenAI has no memory — full input_messages list is sent from scratch on every iteration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Observability &amp; Error Handling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Traceability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097280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trace_id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27632" y="14356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UUID per request — tie logs to response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097280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latency_ms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21214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Total end-to-end duration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1097280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88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openai_calls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8072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Count of OpenAI API calls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1097280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74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tool_calls[]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930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name + arguments + result per tool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stdout log per request: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462272"/>
            <a:ext cx="3840480" cy="228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07992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[AGENT] trace_id=abc | iteration=1 | tool=search_kb | 312ms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91440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Error Handling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417320"/>
          <a:ext cx="4069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1234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Where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Missing/wrong type in request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Pydantic auto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OpenAI API error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try/except in main.py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 + error msg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Max 6 iterations hit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runner.py graceful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AssertionError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Invalid priority/channel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assert in tools.py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709160" y="3931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Configuration via .env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09160" y="4233672"/>
            <a:ext cx="40690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00600" y="42793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=sk-...
</a:t>
            </a:r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OPENAI_MODEL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=gpt-4o  # optional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Results — 5 Scenarios + 14 Unit Tests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3017520"/>
                <a:gridCol w="1920240"/>
                <a:gridCol w="1920240"/>
                <a:gridCol w="1417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Tools Called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Calls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Give me the pricing model at a high level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90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search_kb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KB-006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How does CRM writeback work?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90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search_kb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KB-004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HubSpot failing. Open high priority ticket.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search_kb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create_ticket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TICK-000002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Schedule follow-up with Marta 10:30 CET WhatsApp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C3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schedule_followup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FUP-000001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¿En qué idiomas funciona? (Spanish input)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90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search_kb x2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Spanish reply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160520"/>
            <a:ext cx="416052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2245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pytest — 14 / 14 PASSED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63440" y="4160520"/>
            <a:ext cx="4206240" cy="475488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00600" y="42245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Includes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orchestration loop test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with mocked OpenAI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4690872"/>
            <a:ext cx="859536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Mock test: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OpenAI replaced with </a:t>
            </a:r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unittest.mock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 — no real API call — verifies loop runs </a:t>
            </a:r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search_kb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 + </a:t>
            </a:r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create_ticket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 → TICK- returned → 3 openai_calls confirmed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Flyboard Agent API — Tool-Using AI Agent Router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283464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234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Structures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581912"/>
            <a:ext cx="2834640" cy="2743200"/>
          </a:xfrm>
          <a:prstGeom prst="rect">
            <a:avLst/>
          </a:prstGeom>
          <a:solidFill>
            <a:srgbClr val="16205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673352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Dict → O(1) key lookup (TOOL_ROUTER)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2167128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List → ordered context (messages)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2660904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Nested dict → ticket/followup storage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3154680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lambda → single-line sort key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" y="3648456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**kwargs → unpack dict to params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8346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234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 Design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1581912"/>
            <a:ext cx="2834640" cy="2743200"/>
          </a:xfrm>
          <a:prstGeom prst="rect">
            <a:avLst/>
          </a:prstGeom>
          <a:solidFill>
            <a:srgbClr val="16205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673352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FastAPI → HTTP routing + auto-docs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2167128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Pydantic → zero-code validation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2660904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Separation of concerns (5 files)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3154680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In-memory storage (swap to DB easily)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3648456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try/except → 502 on OpenAI failure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234440"/>
            <a:ext cx="28346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234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/ LLM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1581912"/>
            <a:ext cx="2834640" cy="2743200"/>
          </a:xfrm>
          <a:prstGeom prst="rect">
            <a:avLst/>
          </a:prstGeom>
          <a:solidFill>
            <a:srgbClr val="16205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1673352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Tool calling → LLM triggers real actions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81928" y="2167128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JSON Schema → tool definition card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81928" y="2660904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Context window → no memory, full resend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81928" y="3154680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System prompt → behavior rules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81928" y="3648456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RAG → KB retrieval + LLM generation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7D4"/>
                </a:solidFill>
              </a:rPr>
              <a:t>14/14 tests  ·  5/5 scenarios  ·  github.com/samliozge/flyboard-agent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Flyboard Agent API</dc:title>
  <dc:subject>PptxGenJS Presentation</dc:subject>
  <dc:creator>PptxGenJS</dc:creator>
  <cp:lastModifiedBy>PptxGenJS</cp:lastModifiedBy>
  <cp:revision>1</cp:revision>
  <dcterms:created xsi:type="dcterms:W3CDTF">2026-05-10T20:45:25Z</dcterms:created>
  <dcterms:modified xsi:type="dcterms:W3CDTF">2026-05-10T20:45:25Z</dcterms:modified>
</cp:coreProperties>
</file>